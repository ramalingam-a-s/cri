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5" r:id="rId18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MEASURING ROUTE-LEVEL CLIMATE INTELLIGENCE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 sec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ROUTE-LEVEL CLIMATE RISK UPDATE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&lt;2 seconds to generate an updated temporal risk profile for a 10 km route using locally cached environmental and geospatial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Hyperlocal resolution + prediction performance
50–100 m route segments instead of city-wide estimates. Evaluate predicted vs. observed conditions using appropriate error metrics.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services, logistics fleets, public transport, municipal planners, delivery networks and outdoor-event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Predicted risk may be interpreted as a guaranteed statement of safety.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Display risk level + confidence + timestamp + contributing factors, with a clear prototype disclaimer.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686800" cy="4886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