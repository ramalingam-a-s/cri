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457200" y="1371600"/>
            <a:ext cx="1463040" cy="411480"/>
          </a:xfrm>
          <a:prstGeom prst="roundRect">
            <a:avLst/>
          </a:prstGeom>
          <a:solidFill>
            <a:srgbClr val="50505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User Route &amp; Time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286000" y="1371600"/>
            <a:ext cx="1463040" cy="41148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OpenStreetMap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(REAL)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114800" y="1371600"/>
            <a:ext cx="1463040" cy="411480"/>
          </a:xfrm>
          <a:prstGeom prst="round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Local DEM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(OFFLINE)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943600" y="1371600"/>
            <a:ext cx="1463040" cy="411480"/>
          </a:xfrm>
          <a:prstGeom prst="roundRect">
            <a:avLst/>
          </a:prstGeom>
          <a:solidFill>
            <a:srgbClr val="C864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Scenario Injector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(SIMULATED)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716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Route Segmentation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2004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Data Fusion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029200" y="2103120"/>
            <a:ext cx="1463040" cy="411480"/>
          </a:xfrm>
          <a:prstGeom prst="roundRect">
            <a:avLst/>
          </a:prstGeom>
          <a:solidFill>
            <a:srgbClr val="0033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Flood Assess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286000" y="2834640"/>
            <a:ext cx="1463040" cy="41148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Risk Profile Risk(t)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114800" y="2834640"/>
            <a:ext cx="1463040" cy="411480"/>
          </a:xfrm>
          <a:prstGeom prst="roundRect">
            <a:avLst/>
          </a:prstGeom>
          <a:solidFill>
            <a:srgbClr val="8000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2s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TIME-TO-INSIGHT FOR ROUTE RISK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 2 seconds to generate a full temporal risk profile for a 10km route by utilizing local data instead of live APIs.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Spatial segmentation granularity (e.g., 50-meter chunks vs entire city blocks).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dispatchers to prioritize rescue routes, logistics and supply chain fleets, municipal climate-adaptation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moderate/low risk profile could be incorrectly interpreted as a certified safety guarantee.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Clearly display: "Prototype risk assessment — not an official emergency guarantee." Include confidence bands.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