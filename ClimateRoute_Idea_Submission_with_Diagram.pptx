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hyperlocal climate engine that predicts and explains multi-hazard risk along your specific travel route, continuously updating as conditions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Sustainability &amp; Climate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Ramalingam A S (Team lead)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Bharat R J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Dayashankar M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 S Arjunkeshav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 K Jegan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Residents, commuters, and disaster authorities face rapidly changing dangers (floods, heatwaves) during climate events, despite city-level warnings.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Users rely on district weather forecasts, static maps, and disconnected emergency reports, manually guessing if their specific route is safe.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District warnings don't explain risk to specific travel routes. Fragmented data leads to monitoring without action, and conditions change faster than static response plans can handle.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"Warnings are too broad... Conditions change faster than response plans... maps may show danger without ranking... evacuation decisions" (Official Problem Statement PS2).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ClimateRoute is a multi-hazard intelligence platform that fuses broad weather forecasts with street-level terrain data to generate a time-aware risk profile for a specific travel route.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1. Enters origin, destination, and departure time.
2. System retrieves environmental data and maps it to spatial route segments.
3. User views a time-aware, multi-hazard risk profile spanning their journey.
4. System provides an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Current: Broad weather warning -&gt; user interprets risk -&gt; guesses safety of their route.
ClimateRoute: Multi-source environmental data -&gt; multi-hazard assessment per segment -&gt; time-aware risk profile -&gt;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A. Hyperlocal route segment profiling instead of city-wide warnings.
B. Time-aware profiling Risk(t) that forecasts how conditions will change during travel.
C. Action layer (recommending delays or caution) rather than just a static hazard map.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USER INPUT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FRONTEND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[ API / BACKEND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MODEL / AWS SERVICE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OUTPUT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process multi-hazard risk using transparent, explainable heuristic models mapped to spatial route segments, avoiding unvalidated black-box ML.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Fusing broad weather forecasts with hyperlocal data (like elevation grids), and projecting that combined risk forward in time along a dynamic travel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Route successfully segments spatially.
Injected hazard accurately increases risk solely on affected segments.
Risk profile dynamically updates across the travel time window.
System correctly identifies the critical segment/time.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Rounded Rectangle 178"/>
          <p:cNvSpPr/>
          <p:nvPr/>
        </p:nvSpPr>
        <p:spPr>
          <a:xfrm>
            <a:off x="457200" y="1645920"/>
            <a:ext cx="1645920" cy="548640"/>
          </a:xfrm>
          <a:prstGeom prst="roundRect">
            <a:avLst/>
          </a:prstGeom>
          <a:solidFill>
            <a:srgbClr val="50505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User Route &amp; Time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2286000" y="1645920"/>
            <a:ext cx="1645920" cy="548640"/>
          </a:xfrm>
          <a:prstGeom prst="round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OpenStreetMap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(REAL)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114800" y="1645920"/>
            <a:ext cx="1645920" cy="548640"/>
          </a:xfrm>
          <a:prstGeom prst="round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Local DEM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(OFFLINE)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943600" y="1645920"/>
            <a:ext cx="1645920" cy="548640"/>
          </a:xfrm>
          <a:prstGeom prst="roundRect">
            <a:avLst/>
          </a:prstGeom>
          <a:solidFill>
            <a:srgbClr val="C864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Scenario Injector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(SIMULATED)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371600" y="2743200"/>
            <a:ext cx="1645920" cy="54864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Route Segmentation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200400" y="2743200"/>
            <a:ext cx="1645920" cy="54864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Data Fusion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029200" y="2743200"/>
            <a:ext cx="1645920" cy="54864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Multi-Hazard Assess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(Flood Risk)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2286000" y="3840480"/>
            <a:ext cx="1645920" cy="548640"/>
          </a:xfrm>
          <a:prstGeom prst="roundRect">
            <a:avLst/>
          </a:prstGeom>
          <a:solidFill>
            <a:srgbClr val="8000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Time-Aware Risk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Profile Risk(t)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114800" y="3840480"/>
            <a:ext cx="1645920" cy="548640"/>
          </a:xfrm>
          <a:prstGeom prst="roundRect">
            <a:avLst/>
          </a:prstGeom>
          <a:solidFill>
            <a:srgbClr val="8000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Actionable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728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⬇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92608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⬇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75488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⬇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58368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⬇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01168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⬇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84048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⬇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66928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CORE PLATFORM: Multi-hazard route-risk intelligence. MVP DEMONSTRATION: Flood risk proof-of-concept with interactive scenario injector.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Fully validated scientific forecasting, live IoT sensor networks, trained ML prediction model in MVP.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Free / Open Source: Python, FastAPI, NetworkX, OSMnx, Leaflet, Local DEM.
Optional Services: OpenWeatherMap, Twilio.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Internet/API failure -&gt; Cached local OSM graph + local DEM (elevation) + local weather JSON.
Lack of real-time hazard data -&gt; Scenario Injector tool.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Phase 1: Flood prototype (Current MVP)
Phase 2: Integrate remaining multi-hazard layers
Phase 3: Real-time sensor (IoT) data fusion
Phase 4: ML-based predictive modeling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&lt; 2s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TIME-TO-INSIGHT FOR ROUTE RISK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Target: &lt; 2 seconds to generate a full temporal risk profile for a 10km route by utilizing local data instead of live APIs.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Spatial segmentation granularity (e.g., 50-meter chunks vs entire city blocks).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Emergency dispatchers to prioritize rescue routes, logistics and supply chain fleets, municipal climate-adaptation planners.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moderate/low risk profile could be incorrectly interpreted as a certified safety guarantee.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Clearly display: "Prototype risk assessment — not an official emergency guarantee." Include confidence bands.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Official PS2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Microsoft Innovation Club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requirements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OpenStreetMap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openstreetmap.org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 network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ODbL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OSMnx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osmnx.readthedocs.io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Graph extraction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NetworkX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networkx.org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Spatial segmentation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Leaflet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leafletjs.com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 rendering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BSD-2-Clause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BROAD SIGNAL TO HYPERLOCAL 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1. User selects route at 4:00 PM. Overall multi-hazard risk profile shows "Moderate".
2. Scenario Injector advances time (+30m). Rain band intersects with low-elevation road segments.
3. System highlights Critical Segment 17 at 4:35 PM due to high flood exposure.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Ramalingam A 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6385137682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ramalingam1299@gmail.com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Bharat R J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7904922643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mailtorjb@gmail.com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Dayashankar M 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8925201536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dayashankar1729@gmail.com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 S Arjunkeshav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8939170789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arjunkeshav@gmail.com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S K Jegan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9342292164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jegan.sk2007@gmail.com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